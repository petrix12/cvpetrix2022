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F705A8-9B76-37F6-E37C-50CA369E8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F86990-9D68-1FE7-0309-C35C6DC5B0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BD460A-BA77-6307-F0DF-ABDB509A0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208F-F217-494E-868F-8AB904247BDD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B530DD-F315-A4D9-7EBC-090487B9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31FFD6-DE11-A41D-06A9-B6EDE61B9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8A8A8-A69E-4028-B8E8-0EFBE164F2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6683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1EC06-8CFA-96F5-A223-5AC3FC77D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9B0E82-7B9A-F98E-A0DD-5B55794CA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44F950-875A-A6C8-16CF-F44A64F48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208F-F217-494E-868F-8AB904247BDD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FDBB24-7CF0-E864-5BA8-D71F64900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988073-ABCC-3234-C035-7871E9213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8A8A8-A69E-4028-B8E8-0EFBE164F2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038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6AC02-0E2F-40C6-B734-E6322DFE5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51CB59-D434-68CA-FF59-142BE0157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A138E6-017F-FE26-E620-5B7AF43C2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208F-F217-494E-868F-8AB904247BDD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46E59E-8F33-26A0-4663-C4F7EC96B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79A708-5C74-2C7D-1031-08213235A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8A8A8-A69E-4028-B8E8-0EFBE164F2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1028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4E0093-B17D-9391-A060-8F41AFAAD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0E7576-E571-6432-EAA3-6466C388D3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0C39E0-7FBF-3A3C-EF19-29217FD16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F7D1B6-6C89-AC12-EA0C-42DAEC667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208F-F217-494E-868F-8AB904247BDD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E663BDE-F74D-D41C-9336-B7E724523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F9BFCD-AC2D-2319-306D-A8928FA27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8A8A8-A69E-4028-B8E8-0EFBE164F2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0310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A9C15F-4A0E-A9B5-3C63-5025E1BA4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4CC9BC-C340-AE86-868A-CD79EF83D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5976C0B-4C03-0D27-5F60-E40F387C2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BC132A-CA63-C592-3FA5-2744A04D1F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919007B-D1C3-47FD-C336-7C0CF88D2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225A88F-1814-B0C7-A516-F8A369503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208F-F217-494E-868F-8AB904247BDD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F715B2D-5EE5-F5DD-95D2-ABEFB4A9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1E101BF-EDEE-F581-25D0-1A1BB2B4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8A8A8-A69E-4028-B8E8-0EFBE164F2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8872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6F2DF8-EC4A-2D9B-AEB7-C4F9129CB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52AFF8D-08A1-5993-6085-E3D81F0AB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208F-F217-494E-868F-8AB904247BDD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0776A4A-0C32-FEF7-59AF-E77DC9297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8CFBA22-E4D8-3CA3-62FC-D45E04016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8A8A8-A69E-4028-B8E8-0EFBE164F2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8146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B5A3B49-6A29-DD42-4F7F-17AF6017F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208F-F217-494E-868F-8AB904247BDD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D03F38C-9D47-5435-F07B-1489388D5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6C10CB4-0327-F41B-539A-7D3F43C05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8A8A8-A69E-4028-B8E8-0EFBE164F2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8080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20C33D-04BD-28B3-A80C-A177CDF9F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8E76FC-027A-3A77-F4E0-B4860C619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F4E654-5792-0313-2138-AC8BF406A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3AE8B0-74AD-EEA9-6C22-A5632E581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208F-F217-494E-868F-8AB904247BDD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932827-8725-CCF4-9A7F-CB6319D18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5E13FA-4D5E-0C05-523A-3E2010814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8A8A8-A69E-4028-B8E8-0EFBE164F2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3713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F1D82C-369A-8474-44D2-203B49D8A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CE9EEA5-DF63-2B48-C23D-3C684C53E8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1A5BE6-8EDC-E86C-225C-B62783952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E9DF70-88B3-C906-A86C-9A75EE6C8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208F-F217-494E-868F-8AB904247BDD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B4251A-61E5-A4E8-2B8A-01ECF7F5C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260A462-4BC3-1B43-3B3F-A92F0F915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8A8A8-A69E-4028-B8E8-0EFBE164F2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3094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1AC259-C7A8-804A-CC60-1D471593D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4F83506-C935-887B-7494-A4A76F3C80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B114EA-6469-CE8A-E69A-4B42811D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208F-F217-494E-868F-8AB904247BDD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8293A0-420F-3618-3AD1-684483932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58E88B-3466-4DB3-4645-198584231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8A8A8-A69E-4028-B8E8-0EFBE164F2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1401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4FF0D15-76C4-37BF-F443-95C1EBBDD3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B857F36-F66C-5EE8-44D1-A90ED47EC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353E86-473F-B312-1E9E-5882C529F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6208F-F217-494E-868F-8AB904247BDD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B8864B-3324-AA20-6249-C1A4E82DA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71BE5C-44E9-458E-4A5B-2C05D99F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8A8A8-A69E-4028-B8E8-0EFBE164F2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414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72F25C1-98BC-2699-6211-2B439E575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DA4D1E1-9DE1-096D-80AB-ED022516D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79BC2B-0F55-E164-951F-1B4FF71808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96208F-F217-494E-868F-8AB904247BDD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3ACC22-DF6C-B582-685B-BC97E4718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B62A84-3ED6-8E36-AB66-7CD56FD38C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28A8A8-A69E-4028-B8E8-0EFBE164F2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1754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A837C07C-D97C-59EE-DDFF-097F174A2EE2}"/>
              </a:ext>
            </a:extLst>
          </p:cNvPr>
          <p:cNvGrpSpPr/>
          <p:nvPr/>
        </p:nvGrpSpPr>
        <p:grpSpPr>
          <a:xfrm>
            <a:off x="1882758" y="778378"/>
            <a:ext cx="5277246" cy="3793622"/>
            <a:chOff x="1882758" y="778378"/>
            <a:chExt cx="3057527" cy="2041816"/>
          </a:xfrm>
        </p:grpSpPr>
        <p:pic>
          <p:nvPicPr>
            <p:cNvPr id="7" name="Imagen 6" descr="Un dibujo con letras&#10;&#10;El contenido generado por IA puede ser incorrecto.">
              <a:extLst>
                <a:ext uri="{FF2B5EF4-FFF2-40B4-BE49-F238E27FC236}">
                  <a16:creationId xmlns:a16="http://schemas.microsoft.com/office/drawing/2014/main" id="{785DE758-3BDC-E91F-DB85-8A6F0A0048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2758" y="1324769"/>
              <a:ext cx="3057525" cy="1495425"/>
            </a:xfrm>
            <a:prstGeom prst="rect">
              <a:avLst/>
            </a:prstGeom>
          </p:spPr>
        </p:pic>
        <p:pic>
          <p:nvPicPr>
            <p:cNvPr id="6" name="Imagen 5" descr="Un dibujo con letras&#10;&#10;El contenido generado por IA puede ser incorrecto.">
              <a:extLst>
                <a:ext uri="{FF2B5EF4-FFF2-40B4-BE49-F238E27FC236}">
                  <a16:creationId xmlns:a16="http://schemas.microsoft.com/office/drawing/2014/main" id="{1E251D9F-21C8-D5E4-E2FC-8B3C08B17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2759" y="778378"/>
              <a:ext cx="3057525" cy="1495425"/>
            </a:xfrm>
            <a:prstGeom prst="rect">
              <a:avLst/>
            </a:prstGeom>
          </p:spPr>
        </p:pic>
        <p:pic>
          <p:nvPicPr>
            <p:cNvPr id="5" name="Imagen 4" descr="Un dibujo con letras&#10;&#10;El contenido generado por IA puede ser incorrecto.">
              <a:extLst>
                <a:ext uri="{FF2B5EF4-FFF2-40B4-BE49-F238E27FC236}">
                  <a16:creationId xmlns:a16="http://schemas.microsoft.com/office/drawing/2014/main" id="{0D766908-C754-29D9-9E87-4C8AC91320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2760" y="1066406"/>
              <a:ext cx="3057525" cy="1495425"/>
            </a:xfrm>
            <a:prstGeom prst="rect">
              <a:avLst/>
            </a:prstGeom>
          </p:spPr>
        </p:pic>
        <p:pic>
          <p:nvPicPr>
            <p:cNvPr id="1028" name="Picture 4" descr="Building Your First React.js App: A Beginner's Guide [Updates] | by Rushabh  Dabhade | Medium">
              <a:extLst>
                <a:ext uri="{FF2B5EF4-FFF2-40B4-BE49-F238E27FC236}">
                  <a16:creationId xmlns:a16="http://schemas.microsoft.com/office/drawing/2014/main" id="{CA3BD79A-08A1-6717-ED82-F93DD58192A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51" t="18165" r="12225" b="17299"/>
            <a:stretch/>
          </p:blipFill>
          <p:spPr bwMode="auto">
            <a:xfrm>
              <a:off x="2017552" y="1621452"/>
              <a:ext cx="851482" cy="3520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F0D51D94-0A5A-64B5-599F-5C4FF7B1A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243" t="23768" r="5462" b="24048"/>
            <a:stretch/>
          </p:blipFill>
          <p:spPr>
            <a:xfrm>
              <a:off x="3831515" y="1612781"/>
              <a:ext cx="1008933" cy="3433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761792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CCS</dc:creator>
  <cp:lastModifiedBy>Office CCS</cp:lastModifiedBy>
  <cp:revision>4</cp:revision>
  <dcterms:created xsi:type="dcterms:W3CDTF">2026-04-22T14:40:53Z</dcterms:created>
  <dcterms:modified xsi:type="dcterms:W3CDTF">2026-04-22T14:50:42Z</dcterms:modified>
</cp:coreProperties>
</file>