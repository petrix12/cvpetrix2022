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36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0BE6E-19B3-48B7-BFA0-3D54AFEB1B25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820C2-D60F-49A4-A33F-04595D07AC5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53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820C2-D60F-49A4-A33F-04595D07AC5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3957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7567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535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98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975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446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554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282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215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8335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55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129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D3817-9BB0-4BC7-9462-802DDEED4B90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4079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pedro.j.bazo.c@gmail.com" TargetMode="External"/><Relationship Id="rId7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47D036E-C2A6-EA6F-C70A-6D6E71F4CF85}"/>
              </a:ext>
            </a:extLst>
          </p:cNvPr>
          <p:cNvSpPr/>
          <p:nvPr/>
        </p:nvSpPr>
        <p:spPr>
          <a:xfrm>
            <a:off x="0" y="0"/>
            <a:ext cx="6858000" cy="144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0AACBF-BAE4-1E4D-8AAC-E54127FF8F51}"/>
              </a:ext>
            </a:extLst>
          </p:cNvPr>
          <p:cNvSpPr txBox="1"/>
          <p:nvPr/>
        </p:nvSpPr>
        <p:spPr>
          <a:xfrm>
            <a:off x="0" y="330183"/>
            <a:ext cx="5907505" cy="430887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Arial Black" panose="020B0A04020102020204" pitchFamily="34" charset="0"/>
              </a:rPr>
              <a:t>PEDRO JESÚS BAZÓ CANELÓN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835844-698A-D352-FBEA-00CC8C854E15}"/>
              </a:ext>
            </a:extLst>
          </p:cNvPr>
          <p:cNvSpPr txBox="1"/>
          <p:nvPr/>
        </p:nvSpPr>
        <p:spPr>
          <a:xfrm>
            <a:off x="0" y="780160"/>
            <a:ext cx="6563225" cy="261610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 sz="1100" b="1" dirty="0">
                <a:solidFill>
                  <a:schemeClr val="bg1">
                    <a:lumMod val="85000"/>
                  </a:schemeClr>
                </a:solidFill>
              </a:rPr>
              <a:t>Ingeniero de Software | Especialista en Arquitectura Full-</a:t>
            </a:r>
            <a:r>
              <a:rPr lang="es-ES" sz="1100" b="1" dirty="0" err="1">
                <a:solidFill>
                  <a:schemeClr val="bg1">
                    <a:lumMod val="85000"/>
                  </a:schemeClr>
                </a:solidFill>
              </a:rPr>
              <a:t>Stack</a:t>
            </a:r>
            <a:endParaRPr lang="es-ES" sz="11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3496B97-8747-7B03-68FF-AD2C6A639BD9}"/>
              </a:ext>
            </a:extLst>
          </p:cNvPr>
          <p:cNvSpPr txBox="1"/>
          <p:nvPr/>
        </p:nvSpPr>
        <p:spPr>
          <a:xfrm>
            <a:off x="5281862" y="179790"/>
            <a:ext cx="1558089" cy="1109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Gijón, Asturias</a:t>
            </a: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+34 613 98 00 99</a:t>
            </a: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pedro.j.bazo.c@gmail.com</a:t>
            </a:r>
            <a:endParaRPr lang="es-ES" sz="9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linkedin.com/in/pedro-bazo</a:t>
            </a: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github.com/petrix12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5FA759D-BF49-1FBD-B5DF-957E37D30EF0}"/>
              </a:ext>
            </a:extLst>
          </p:cNvPr>
          <p:cNvSpPr txBox="1"/>
          <p:nvPr/>
        </p:nvSpPr>
        <p:spPr>
          <a:xfrm>
            <a:off x="0" y="1690436"/>
            <a:ext cx="3110164" cy="276999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  <a:latin typeface="Arial Black" panose="020B0A04020102020204" pitchFamily="34" charset="0"/>
              </a:rPr>
              <a:t>PERFIL PROFESIONAL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680E96E-B839-3333-87C0-CFE1ABFB0239}"/>
              </a:ext>
            </a:extLst>
          </p:cNvPr>
          <p:cNvCxnSpPr/>
          <p:nvPr/>
        </p:nvCxnSpPr>
        <p:spPr>
          <a:xfrm>
            <a:off x="180000" y="1967435"/>
            <a:ext cx="36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AAD9A29-2E35-F264-FAD1-F2A04B2522BD}"/>
              </a:ext>
            </a:extLst>
          </p:cNvPr>
          <p:cNvSpPr txBox="1"/>
          <p:nvPr/>
        </p:nvSpPr>
        <p:spPr>
          <a:xfrm>
            <a:off x="0" y="1949112"/>
            <a:ext cx="6858000" cy="86177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Ingeniero Químico y Software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más de 20 años de trayectoria técnica. Especialista en el ecosistema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desarrollo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Vue.js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 sólida capacidad para el diseño de bases de datos relacionales (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automatización avanzada en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VBA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Experto en unir la precisión analítica de la ingeniería de procesos con soluciones Full-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modernas. Competente en el despliegue de infraestructuras Cloud (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contenedores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enfocado siempre en la optimización de sistemas y la eficiencia operativa del negocio.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A8A8CB0-3FF6-4389-13E4-D7BBCA3152E3}"/>
              </a:ext>
            </a:extLst>
          </p:cNvPr>
          <p:cNvSpPr txBox="1"/>
          <p:nvPr/>
        </p:nvSpPr>
        <p:spPr>
          <a:xfrm>
            <a:off x="0" y="2845463"/>
            <a:ext cx="6858000" cy="984885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KLINIKARE | Senior Software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 – Abr 2026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 técnico en la evolución de un SaaS de gestión odontológica desarrollado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asegurando estabilidad y seguridad.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infraestructura Cloud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S3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entornos Docker, asegurando despliegues ágiles y alta disponibilidad del software..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 de bases de datos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 SQL Server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resolución de incidencias críticas en producción, garantizando la integridad de datos sensibles bajo altos estándares de calidad.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11F94CF-83AE-5FD0-7B57-03BDF282E015}"/>
              </a:ext>
            </a:extLst>
          </p:cNvPr>
          <p:cNvSpPr txBox="1"/>
          <p:nvPr/>
        </p:nvSpPr>
        <p:spPr>
          <a:xfrm>
            <a:off x="0" y="3807990"/>
            <a:ext cx="6858000" cy="615553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COMMUTATIO | Full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 2023 –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aplicaciones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Vue.js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optimizando la experiencia de usuario y los flujos de negocio.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Implementación de entornos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asegurar que el desarrollo y el despliegue funcionen de manera idéntica.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Integración y gestión de servicios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almacenamiento y escalabilidad.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141BE27-72E8-8E26-C452-227C4C639EAA}"/>
              </a:ext>
            </a:extLst>
          </p:cNvPr>
          <p:cNvSpPr txBox="1"/>
          <p:nvPr/>
        </p:nvSpPr>
        <p:spPr>
          <a:xfrm>
            <a:off x="0" y="4418108"/>
            <a:ext cx="6858000" cy="73866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SEFAR UNIVERSAL | Full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Automation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 – Mar 2023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aplicaciones web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adaptando la tecnología a las necesidades cambiantes de la empresa.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Automatización de procesos mediante la integración de herramientas como </a:t>
            </a:r>
            <a:r>
              <a:rPr lang="es-ES" sz="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Zapier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VBA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terceros, ahorrando horas de trabajo manual.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y migración de bases de datos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asegurando la integridad de la información en la nube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23FB5F7-B653-94D8-DE7C-4BACDA47DB4A}"/>
              </a:ext>
            </a:extLst>
          </p:cNvPr>
          <p:cNvSpPr txBox="1"/>
          <p:nvPr/>
        </p:nvSpPr>
        <p:spPr>
          <a:xfrm>
            <a:off x="0" y="5158046"/>
            <a:ext cx="6858000" cy="73866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PDVSA | Analista Mayor de Presupuestos e Ingeniero de Procesos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Abr 2006 – Jul 2021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de Procesos: Análisis técnico y optimización de flujos operativos en la industria energética.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Automatización Financiera: Desarrollo de herramientas en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VBA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Delphi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la integración de datos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SAP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automatizando reportes de presupuestos y reduciendo drásticamente el error humano.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datos complejos y soporte técnico especializado, uniendo la lógica de ingeniería con soluciones de software a medida.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60910B1-B446-0433-DC33-3A7E074F8AD1}"/>
              </a:ext>
            </a:extLst>
          </p:cNvPr>
          <p:cNvSpPr txBox="1"/>
          <p:nvPr/>
        </p:nvSpPr>
        <p:spPr>
          <a:xfrm>
            <a:off x="0" y="5922561"/>
            <a:ext cx="6858000" cy="492443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 | Ingeniero de Procesos / Soporte Técnico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2004 – Abr 2006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 de procesos industriales y soporte en la implementación de soluciones técnicas para la eficiencia operativa.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de datos y modelado de sistemas bajo estándares internacionales de ingeniería.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277FA13-5DC3-0C19-40B1-8DE37F2D7AD4}"/>
              </a:ext>
            </a:extLst>
          </p:cNvPr>
          <p:cNvSpPr txBox="1"/>
          <p:nvPr/>
        </p:nvSpPr>
        <p:spPr>
          <a:xfrm>
            <a:off x="-6016" y="6644820"/>
            <a:ext cx="3110164" cy="276999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  <a:latin typeface="Arial Black" panose="020B0A04020102020204" pitchFamily="34" charset="0"/>
              </a:rPr>
              <a:t>FORMACIÓN Y DOCENCIA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5C5CBC5-4AB2-E36F-A72D-E1C8E9AA3AAB}"/>
              </a:ext>
            </a:extLst>
          </p:cNvPr>
          <p:cNvCxnSpPr/>
          <p:nvPr/>
        </p:nvCxnSpPr>
        <p:spPr>
          <a:xfrm>
            <a:off x="173984" y="6921819"/>
            <a:ext cx="36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AA55543-B6E3-411C-81F9-AA9D4EEA2E11}"/>
              </a:ext>
            </a:extLst>
          </p:cNvPr>
          <p:cNvSpPr txBox="1"/>
          <p:nvPr/>
        </p:nvSpPr>
        <p:spPr>
          <a:xfrm>
            <a:off x="-6016" y="6933582"/>
            <a:ext cx="6858000" cy="86177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Química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Universidad Central de Venezuela (UCV).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Docente de Programación y Computación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UGMA (2008-2014): Mentoría y enseñanza de algoritmos, lógica de programación y estructuras de datos a estudiantes de ingeniería.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Preparador Académico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Facultad de Ingeniería (UCV): Selección por mérito académico para apoyo docente en cátedras técnicas.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63B3DC7-8646-E77F-D493-6559D7E2554D}"/>
              </a:ext>
            </a:extLst>
          </p:cNvPr>
          <p:cNvSpPr txBox="1"/>
          <p:nvPr/>
        </p:nvSpPr>
        <p:spPr>
          <a:xfrm>
            <a:off x="0" y="8108441"/>
            <a:ext cx="3110164" cy="276999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  <a:latin typeface="Arial Black" panose="020B0A04020102020204" pitchFamily="34" charset="0"/>
              </a:rPr>
              <a:t>HABILIDADES TÉCNICAS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895CE3FC-951A-F640-773A-4B1589DB348D}"/>
              </a:ext>
            </a:extLst>
          </p:cNvPr>
          <p:cNvCxnSpPr/>
          <p:nvPr/>
        </p:nvCxnSpPr>
        <p:spPr>
          <a:xfrm>
            <a:off x="180000" y="8385440"/>
            <a:ext cx="36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BCE2AA9-9717-E47D-BF92-BEACD422FB37}"/>
              </a:ext>
            </a:extLst>
          </p:cNvPr>
          <p:cNvSpPr txBox="1"/>
          <p:nvPr/>
        </p:nvSpPr>
        <p:spPr>
          <a:xfrm>
            <a:off x="0" y="8405890"/>
            <a:ext cx="6858000" cy="1015663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PHP (Laravel,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Symfony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Node.js, Python, C++.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Vue.js, React.js, jQuery, HTML5/CSS3.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Bases de Datos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MySQL, SQL Server, MongoDB, PostgreSQL.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&amp; DevOps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AWS (EC2, S3, SES, RDS, IAM), Docker, CI/CD, Git.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Automatización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Excel/VBA, Delphi/Lazarus,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Zapier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Integración de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Inglés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Nivel Técnico (B1) - En formación continua.</a:t>
            </a:r>
          </a:p>
        </p:txBody>
      </p:sp>
      <p:pic>
        <p:nvPicPr>
          <p:cNvPr id="3" name="Picture 3" descr="F:\Petrix\Proyectos Propios\2019 Soluciones Office\Imagenes\Iconos\home.png">
            <a:extLst>
              <a:ext uri="{FF2B5EF4-FFF2-40B4-BE49-F238E27FC236}">
                <a16:creationId xmlns:a16="http://schemas.microsoft.com/office/drawing/2014/main" id="{2DC76628-28B0-D841-609C-81FC823D0E1A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3" t="14017" r="15139" b="16126"/>
          <a:stretch/>
        </p:blipFill>
        <p:spPr bwMode="auto">
          <a:xfrm>
            <a:off x="5168559" y="268749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:\Petrix\Proyectos Propios\2019 Soluciones Office\Imagenes\Iconos\phone-icon.png">
            <a:extLst>
              <a:ext uri="{FF2B5EF4-FFF2-40B4-BE49-F238E27FC236}">
                <a16:creationId xmlns:a16="http://schemas.microsoft.com/office/drawing/2014/main" id="{033C2616-7D48-A080-7B0C-2C85F50401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1" t="13782" r="14703" b="16470"/>
          <a:stretch/>
        </p:blipFill>
        <p:spPr bwMode="auto">
          <a:xfrm>
            <a:off x="5167553" y="473419"/>
            <a:ext cx="145006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F:\Petrix\Proyectos Propios\2019 Soluciones Office\Imagenes\Iconos\Email-icon-square.png">
            <a:extLst>
              <a:ext uri="{FF2B5EF4-FFF2-40B4-BE49-F238E27FC236}">
                <a16:creationId xmlns:a16="http://schemas.microsoft.com/office/drawing/2014/main" id="{F89E7970-1506-D992-963D-B94404D87846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2" t="13866" r="15211" b="16481"/>
          <a:stretch/>
        </p:blipFill>
        <p:spPr bwMode="auto">
          <a:xfrm>
            <a:off x="5167773" y="681591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d:\Documents and Settings\bazop\Escritorio\CV\Iconos\linkedin-icon-gif.gif">
            <a:extLst>
              <a:ext uri="{FF2B5EF4-FFF2-40B4-BE49-F238E27FC236}">
                <a16:creationId xmlns:a16="http://schemas.microsoft.com/office/drawing/2014/main" id="{56A5A7CC-10BA-2682-8C58-1CD80F1B8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65" y="871430"/>
            <a:ext cx="144000" cy="144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27000" h="50800" prst="softRound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F5802EB-9C95-1F9C-E71F-15FCC3135B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7553" y="1085669"/>
            <a:ext cx="1440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658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448</TotalTime>
  <Words>669</Words>
  <Application>Microsoft Office PowerPoint</Application>
  <PresentationFormat>A4 (210 x 297 mm)</PresentationFormat>
  <Paragraphs>40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CCS</dc:creator>
  <cp:lastModifiedBy>Office CCS</cp:lastModifiedBy>
  <cp:revision>27</cp:revision>
  <dcterms:created xsi:type="dcterms:W3CDTF">2026-04-27T10:51:37Z</dcterms:created>
  <dcterms:modified xsi:type="dcterms:W3CDTF">2026-04-27T18:31:20Z</dcterms:modified>
</cp:coreProperties>
</file>