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7204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721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6764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6418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9338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2035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1267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133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0593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871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060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828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" y="430161"/>
            <a:ext cx="1398640" cy="139864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064774" y="529316"/>
            <a:ext cx="8583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Soluciones++</a:t>
            </a:r>
            <a:endParaRPr lang="es-VE" sz="7200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94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97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Jesús Bazó Canelón</dc:creator>
  <cp:lastModifiedBy>Pedro Jesús Bazó Canelón</cp:lastModifiedBy>
  <cp:revision>5</cp:revision>
  <dcterms:created xsi:type="dcterms:W3CDTF">2021-08-18T22:44:36Z</dcterms:created>
  <dcterms:modified xsi:type="dcterms:W3CDTF">2026-08-20T07:52:44Z</dcterms:modified>
</cp:coreProperties>
</file>