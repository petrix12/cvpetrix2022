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4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44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3453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5651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550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4747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1192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FBE141-9A91-6318-AD85-59BF46C72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5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3843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3217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2948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7801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7EF1-B7C5-45C3-A890-A7E50ECE3020}" type="datetimeFigureOut">
              <a:rPr lang="es-VE" smtClean="0"/>
              <a:t>20/8/2026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1088A-F20E-41A0-B911-19FA8AB7F8F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0326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FA7D20-7C1E-141F-1E29-4C2D7D493C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1000"/>
          </a:blip>
          <a:srcRect l="9551" t="8988" r="10135" b="10119"/>
          <a:stretch/>
        </p:blipFill>
        <p:spPr>
          <a:xfrm>
            <a:off x="128075" y="109537"/>
            <a:ext cx="514452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9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Tema de 2022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Jesús Bazó Canelón</dc:creator>
  <cp:lastModifiedBy>Pedro Jesús Bazó Canelón</cp:lastModifiedBy>
  <cp:revision>8</cp:revision>
  <dcterms:created xsi:type="dcterms:W3CDTF">2021-08-18T22:44:36Z</dcterms:created>
  <dcterms:modified xsi:type="dcterms:W3CDTF">2026-08-20T07:59:37Z</dcterms:modified>
</cp:coreProperties>
</file>